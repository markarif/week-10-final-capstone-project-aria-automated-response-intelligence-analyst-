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0650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548640"/>
            <a:ext cx="2377440" cy="2377440"/>
          </a:xfrm>
          <a:prstGeom prst="ellipse">
            <a:avLst/>
          </a:prstGeom>
          <a:solidFill>
            <a:srgbClr val="FF6B35">
              <a:alpha val="18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566160"/>
            <a:ext cx="1828800" cy="1828800"/>
          </a:xfrm>
          <a:prstGeom prst="ellipse">
            <a:avLst/>
          </a:prstGeom>
          <a:solidFill>
            <a:srgbClr val="00C9A7">
              <a:alpha val="14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46304"/>
            <a:ext cx="8412480" cy="475488"/>
          </a:xfrm>
          <a:prstGeom prst="rect">
            <a:avLst/>
          </a:prstGeom>
          <a:solidFill>
            <a:srgbClr val="0A1520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6304"/>
            <a:ext cx="54864" cy="4754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46304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</a:rPr>
              <a:t>Week 10 Final Capstone Project — ARIA: Automated Response &amp; Intelligence Analyst  |  Mark Muinde &amp; Paul Murithi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9494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we started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1521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9A7"/>
                </a:solidFill>
              </a:rPr>
              <a:t>Week 5 Capstone — what we built and where it fell short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F82"/>
                </a:solidFill>
              </a:rPr>
              <a:t>What we built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55648"/>
            <a:ext cx="54864" cy="42062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8105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✓  We read incident logs from Google Sheets every hour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249424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49424"/>
            <a:ext cx="54864" cy="42062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3042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✓  We used an AI agent to write a short incident report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43200"/>
            <a:ext cx="54864" cy="42062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27980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✓  We created a Google Doc with the report automatically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36976"/>
            <a:ext cx="54864" cy="42062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2918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✓  We sent a Gmail alert for serious incidents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30752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730752"/>
            <a:ext cx="54864" cy="42062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37856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✓  We marked each incident as Processed in the sheet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148132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C5C"/>
                </a:solidFill>
              </a:rPr>
              <a:t>Where it fell short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1755648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1755648"/>
            <a:ext cx="54864" cy="420624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18105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✗  We had no backup AI model — one failure broke everything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2249424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2249424"/>
            <a:ext cx="54864" cy="420624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92624" y="23042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✗  We had no quality checks — bad AI output passed through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2743200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2743200"/>
            <a:ext cx="54864" cy="420624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2624" y="27980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✗  One workflow meant any failure stopped the whole system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3236976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3236976"/>
            <a:ext cx="54864" cy="420624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92624" y="32918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✗  We kept no record of what ran or what went wrong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3730752"/>
            <a:ext cx="3931920" cy="420624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3730752"/>
            <a:ext cx="54864" cy="420624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92624" y="37856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✗  We had no human review before reports were created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</a:rPr>
              <a:t>Mark Muinde &amp; Paul Murithi  |  Week 10 Final Capstone — ARIA Automated Incident Response System  |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365760"/>
            <a:ext cx="2011680" cy="201168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46304"/>
            <a:ext cx="8412480" cy="475488"/>
          </a:xfrm>
          <a:prstGeom prst="rect">
            <a:avLst/>
          </a:prstGeom>
          <a:solidFill>
            <a:srgbClr val="0A1520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46304"/>
            <a:ext cx="54864" cy="4754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46304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</a:rPr>
              <a:t>Week 10 Final Capstone Project — ARIA: Automated Response &amp; Intelligence Analyst  |  Mark Muinde &amp; Paul Murithi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9494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improved — ARIA v2.0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1521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9A7"/>
                </a:solidFill>
              </a:rPr>
              <a:t>Automated Response &amp; Intelligence Analyst — 4 key upgrades we made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8412480" cy="749808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81328"/>
            <a:ext cx="548640" cy="74980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81328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24128" y="1536192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 split one workflow into three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24128" y="1773936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8C6B"/>
                </a:solidFill>
              </a:rPr>
              <a:t>Before: Everything in one workflow — one failure stopped everything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4128" y="1975104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After: We built 3 separate workflows. If one step fails the others still run and everything gets logged.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340864"/>
            <a:ext cx="8412480" cy="749808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40864"/>
            <a:ext cx="548640" cy="7498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340864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24128" y="2395728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 gave our AI a backup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24128" y="263347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8C6B"/>
                </a:solidFill>
              </a:rPr>
              <a:t>Before: We had one unnamed AI model with no plan if it failed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4128" y="283464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After: We set Mistral AI as primary. If it fails, OpenAI takes over automatically. The system never stops.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8412480" cy="749808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00400"/>
            <a:ext cx="548640" cy="7498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0040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24128" y="3255264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 added a human approval step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" y="349300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8C6B"/>
                </a:solidFill>
              </a:rPr>
              <a:t>Before: AI output went straight to reports and emails with no human 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4128" y="3694176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After: We added an approval email — a reviewer must approve the AI analysis before anything is created.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059936"/>
            <a:ext cx="8412480" cy="749808"/>
          </a:xfrm>
          <a:prstGeom prst="rect">
            <a:avLst/>
          </a:prstGeom>
          <a:solidFill>
            <a:srgbClr val="13223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059936"/>
            <a:ext cx="548640" cy="74980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59936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24128" y="4114800"/>
            <a:ext cx="7589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 built a full audit trail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24128" y="4352544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8C6B"/>
                </a:solidFill>
              </a:rPr>
              <a:t>Before: We had no record of what ran, when, or what the outcome was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4128" y="4553712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After: Every execution now writes 23 pieces of information to a Run Logs tab automatically.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</a:rPr>
              <a:t>Mark Muinde &amp; Paul Murithi  |  Week 10 Final Capstone — ARIA Automated Incident Response System  |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3291840"/>
            <a:ext cx="2194560" cy="219456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548640"/>
            <a:ext cx="2377440" cy="237744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46304"/>
            <a:ext cx="8412480" cy="475488"/>
          </a:xfrm>
          <a:prstGeom prst="rect">
            <a:avLst/>
          </a:prstGeom>
          <a:solidFill>
            <a:srgbClr val="0A1520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6304"/>
            <a:ext cx="54864" cy="47548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46304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9A7"/>
                </a:solidFill>
              </a:rPr>
              <a:t>Week 10 Final Capstone Project — ARIA: Automated Response &amp; Intelligence Analyst  |  Mark Muinde &amp; Paul Murithi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9494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result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1521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9A7"/>
                </a:solidFill>
              </a:rPr>
              <a:t>From a fragile prototype to a production-ready system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3931920" cy="2834640"/>
          </a:xfrm>
          <a:prstGeom prst="rect">
            <a:avLst/>
          </a:prstGeom>
          <a:solidFill>
            <a:srgbClr val="180810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81328"/>
            <a:ext cx="3931920" cy="310896"/>
          </a:xfrm>
          <a:prstGeom prst="rect">
            <a:avLst/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8132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Week 5 — Before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" y="1883664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8C"/>
                </a:solidFill>
              </a:rPr>
              <a:t>✗  1 workflow, 11 nodes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" y="2194560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8C"/>
                </a:solidFill>
              </a:rPr>
              <a:t>✗  1 AI model, no backup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" y="2505456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8C"/>
                </a:solidFill>
              </a:rPr>
              <a:t>✗  No quality checks on output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12064" y="281635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8C"/>
                </a:solidFill>
              </a:rPr>
              <a:t>✗  No human review at all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" y="3127248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8C"/>
                </a:solidFill>
              </a:rPr>
              <a:t>✗  No audit trail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" y="3438144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8C"/>
                </a:solidFill>
              </a:rPr>
              <a:t>✗  Any failure = full crash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" y="3749040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8C8C"/>
                </a:solidFill>
              </a:rPr>
              <a:t>✗  3 fields logged per incident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481328"/>
            <a:ext cx="3931920" cy="2834640"/>
          </a:xfrm>
          <a:prstGeom prst="rect">
            <a:avLst/>
          </a:prstGeom>
          <a:solidFill>
            <a:srgbClr val="081808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481328"/>
            <a:ext cx="3931920" cy="310896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48132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ARIA v2.0 — After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92624" y="1883664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FFA0"/>
                </a:solidFill>
              </a:rPr>
              <a:t>✓  3 workflows, 24 nodes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92624" y="2194560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FFA0"/>
                </a:solidFill>
              </a:rPr>
              <a:t>✓  Mistral AI primary + OpenAI backup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92624" y="2505456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FFA0"/>
                </a:solidFill>
              </a:rPr>
              <a:t>✓  3-layer quality validation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92624" y="281635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FFA0"/>
                </a:solidFill>
              </a:rPr>
              <a:t>✓  Human approval before every report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92624" y="3127248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FFA0"/>
                </a:solidFill>
              </a:rPr>
              <a:t>✓  23-column audit trail every run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92624" y="3438144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FFA0"/>
                </a:solidFill>
              </a:rPr>
              <a:t>✓  7 error handling techniques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92624" y="3749040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FFA0"/>
                </a:solidFill>
              </a:rPr>
              <a:t>✓  23 fields logged per execution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425696"/>
            <a:ext cx="8412480" cy="603504"/>
          </a:xfrm>
          <a:prstGeom prst="rect">
            <a:avLst/>
          </a:prstGeom>
          <a:solidFill>
            <a:srgbClr val="0A0D15"/>
          </a:solidFill>
          <a:ln w="12700">
            <a:solidFill>
              <a:srgbClr val="1A2F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425696"/>
            <a:ext cx="54864" cy="60350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480560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9AA"/>
                </a:solidFill>
              </a:rPr>
              <a:t>"We started with a workflow that automated the happy path. We finished with a system designed for failure, uncertainty, and scale."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</a:rPr>
              <a:t>Mark Muinde &amp; Paul Murithi  |  Week 10 Final Capstone — ARIA Automated Incident Response System  |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</Words>
  <Application>Microsoft Office PowerPoint</Application>
  <PresentationFormat>On-screen Show (16:9)</PresentationFormat>
  <Paragraphs>60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Mark Munyweia Muinde</cp:lastModifiedBy>
  <cp:revision>1</cp:revision>
  <dcterms:created xsi:type="dcterms:W3CDTF">2026-06-07T19:29:52Z</dcterms:created>
  <dcterms:modified xsi:type="dcterms:W3CDTF">2026-06-07T19:33:27Z</dcterms:modified>
</cp:coreProperties>
</file>